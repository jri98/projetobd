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4" r:id="rId3"/>
    <p:sldId id="273" r:id="rId4"/>
    <p:sldId id="264" r:id="rId5"/>
    <p:sldId id="260" r:id="rId6"/>
    <p:sldId id="271" r:id="rId7"/>
    <p:sldId id="261" r:id="rId8"/>
    <p:sldId id="258" r:id="rId9"/>
    <p:sldId id="270" r:id="rId10"/>
    <p:sldId id="269" r:id="rId11"/>
    <p:sldId id="267" r:id="rId12"/>
    <p:sldId id="268" r:id="rId13"/>
    <p:sldId id="272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8306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619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07104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103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18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87118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505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41384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2131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1093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1686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9705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 com 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6223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49456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9802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8619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88529-8892-42A3-98C5-19AD8E73A77C}" type="datetimeFigureOut">
              <a:rPr lang="pt-PT" smtClean="0"/>
              <a:t>14/01/2019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6FFD6E2-20E7-4402-92C6-86669F8AAF29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6954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47203-15DC-4799-B4AF-D576C0854B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b="1" dirty="0"/>
              <a:t>Gestão de Sistemas de Produção de Energia</a:t>
            </a:r>
            <a:endParaRPr lang="pt-PT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7B1210-5088-449C-B3EE-DE1E028DF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15" y="4670245"/>
            <a:ext cx="7315200" cy="1062339"/>
          </a:xfrm>
        </p:spPr>
        <p:txBody>
          <a:bodyPr>
            <a:normAutofit fontScale="92500" lnSpcReduction="10000"/>
          </a:bodyPr>
          <a:lstStyle/>
          <a:p>
            <a:r>
              <a:rPr lang="pt-PT" dirty="0"/>
              <a:t>Unidade Curricular de Base de Dados</a:t>
            </a:r>
          </a:p>
          <a:p>
            <a:r>
              <a:rPr lang="pt-PT" sz="1800" dirty="0"/>
              <a:t>Ano Letivo 2018/2019</a:t>
            </a:r>
          </a:p>
          <a:p>
            <a:r>
              <a:rPr lang="pt-PT" sz="1800" dirty="0"/>
              <a:t>Grupo 13</a:t>
            </a:r>
          </a:p>
          <a:p>
            <a:endParaRPr lang="pt-PT" sz="1800" dirty="0"/>
          </a:p>
        </p:txBody>
      </p:sp>
    </p:spTree>
    <p:extLst>
      <p:ext uri="{BB962C8B-B14F-4D97-AF65-F5344CB8AC3E}">
        <p14:creationId xmlns:p14="http://schemas.microsoft.com/office/powerpoint/2010/main" val="151764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855EE6-A2B6-45D3-B662-05F2A5D80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7" y="864108"/>
            <a:ext cx="10905066" cy="4023578"/>
          </a:xfrm>
        </p:spPr>
        <p:txBody>
          <a:bodyPr>
            <a:normAutofit/>
          </a:bodyPr>
          <a:lstStyle/>
          <a:p>
            <a:r>
              <a:rPr lang="pt-PT" dirty="0"/>
              <a:t>Este PowerPoint destina-se à apresentação do projeto desenvolvido pelo grupo 13 da Unidade Curricular de Bases de Dados, do ano letivo 2018/2019.</a:t>
            </a:r>
          </a:p>
          <a:p>
            <a:r>
              <a:rPr lang="pt-PT" dirty="0"/>
              <a:t>O grupo é constituído por:</a:t>
            </a:r>
          </a:p>
          <a:p>
            <a:pPr lvl="1"/>
            <a:r>
              <a:rPr lang="pt-PT" dirty="0"/>
              <a:t>(PREENCHER)</a:t>
            </a:r>
          </a:p>
          <a:p>
            <a:pPr lvl="1"/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277672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6109-EDCF-46BA-B29B-3A68ED6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114" y="1083731"/>
            <a:ext cx="8184221" cy="47587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spc="-100" dirty="0"/>
              <a:t>Sistema SQL</a:t>
            </a:r>
          </a:p>
        </p:txBody>
      </p:sp>
    </p:spTree>
    <p:extLst>
      <p:ext uri="{BB962C8B-B14F-4D97-AF65-F5344CB8AC3E}">
        <p14:creationId xmlns:p14="http://schemas.microsoft.com/office/powerpoint/2010/main" val="142937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6109-EDCF-46BA-B29B-3A68ED6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622" y="1298448"/>
            <a:ext cx="7187529" cy="2951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spc="-100" dirty="0" err="1"/>
              <a:t>Modelo</a:t>
            </a:r>
            <a:r>
              <a:rPr lang="en-US" sz="5400" spc="-100" dirty="0"/>
              <a:t> conceptual</a:t>
            </a:r>
          </a:p>
        </p:txBody>
      </p:sp>
    </p:spTree>
    <p:extLst>
      <p:ext uri="{BB962C8B-B14F-4D97-AF65-F5344CB8AC3E}">
        <p14:creationId xmlns:p14="http://schemas.microsoft.com/office/powerpoint/2010/main" val="219379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Marcador de Posição de Conteúdo 4">
            <a:extLst>
              <a:ext uri="{FF2B5EF4-FFF2-40B4-BE49-F238E27FC236}">
                <a16:creationId xmlns:a16="http://schemas.microsoft.com/office/drawing/2014/main" id="{127EB281-BBF5-4FFC-ABBD-206E2CD16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93" y="771434"/>
            <a:ext cx="10041815" cy="52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07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6109-EDCF-46BA-B29B-3A68ED6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622" y="1298448"/>
            <a:ext cx="7187529" cy="2951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spc="-100" dirty="0" err="1"/>
              <a:t>Modelo</a:t>
            </a:r>
            <a:r>
              <a:rPr lang="en-US" sz="5400" spc="-100" dirty="0"/>
              <a:t> </a:t>
            </a:r>
            <a:r>
              <a:rPr lang="en-US" sz="5400" spc="-100" dirty="0" err="1"/>
              <a:t>lógico</a:t>
            </a:r>
            <a:endParaRPr lang="en-US" sz="5400" spc="-100" dirty="0"/>
          </a:p>
        </p:txBody>
      </p:sp>
    </p:spTree>
    <p:extLst>
      <p:ext uri="{BB962C8B-B14F-4D97-AF65-F5344CB8AC3E}">
        <p14:creationId xmlns:p14="http://schemas.microsoft.com/office/powerpoint/2010/main" val="41804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Marcador de Posição de Conteúdo 4">
            <a:extLst>
              <a:ext uri="{FF2B5EF4-FFF2-40B4-BE49-F238E27FC236}">
                <a16:creationId xmlns:a16="http://schemas.microsoft.com/office/drawing/2014/main" id="{127EB281-BBF5-4FFC-ABBD-206E2CD16E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564" y="566692"/>
            <a:ext cx="9144872" cy="5681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18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6137F-7653-4B3F-85BF-A719CB7A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683" y="4099728"/>
            <a:ext cx="8643257" cy="1883228"/>
          </a:xfrm>
        </p:spPr>
        <p:txBody>
          <a:bodyPr>
            <a:normAutofit/>
          </a:bodyPr>
          <a:lstStyle/>
          <a:p>
            <a:pPr algn="r"/>
            <a:r>
              <a:rPr lang="pt-PT" sz="4400" dirty="0"/>
              <a:t>Modelo conceptual vs. Modelo lógico       </a:t>
            </a:r>
          </a:p>
        </p:txBody>
      </p:sp>
      <p:pic>
        <p:nvPicPr>
          <p:cNvPr id="11" name="Marcador de Posição de Conteúdo 5">
            <a:extLst>
              <a:ext uri="{FF2B5EF4-FFF2-40B4-BE49-F238E27FC236}">
                <a16:creationId xmlns:a16="http://schemas.microsoft.com/office/drawing/2014/main" id="{73DA898D-F8F4-4222-AFC0-CD81F14B5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639" y="567281"/>
            <a:ext cx="5520991" cy="2898519"/>
          </a:xfrm>
          <a:prstGeom prst="rect">
            <a:avLst/>
          </a:prstGeom>
        </p:spPr>
      </p:pic>
      <p:pic>
        <p:nvPicPr>
          <p:cNvPr id="8" name="Marcador de Posição de Conteúdo 4">
            <a:extLst>
              <a:ext uri="{FF2B5EF4-FFF2-40B4-BE49-F238E27FC236}">
                <a16:creationId xmlns:a16="http://schemas.microsoft.com/office/drawing/2014/main" id="{BB53406F-8884-4D37-BD91-EB2A07280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316" y="567281"/>
            <a:ext cx="5037255" cy="289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218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6109-EDCF-46BA-B29B-3A68ED6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622" y="1298448"/>
            <a:ext cx="7187529" cy="2951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spc="-100"/>
              <a:t>Implementação física</a:t>
            </a:r>
          </a:p>
        </p:txBody>
      </p:sp>
    </p:spTree>
    <p:extLst>
      <p:ext uri="{BB962C8B-B14F-4D97-AF65-F5344CB8AC3E}">
        <p14:creationId xmlns:p14="http://schemas.microsoft.com/office/powerpoint/2010/main" val="1783178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4FD1B-ECBA-40BE-904B-B77E02D6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Índices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AF9128D-5056-49E1-A67A-11867AA9E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3478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1D032-9FF7-44A7-B1B2-EBD532E7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Transações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EDE3D9B-C2D6-479C-8EA1-C30840F8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9748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041CB-D0B6-406A-BA21-1BA16238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Povoamento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9F691FB-2980-45E3-A02B-A7300896A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9145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806109-EDCF-46BA-B29B-3A68ED6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114" y="1083731"/>
            <a:ext cx="8184221" cy="475879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spc="-100" dirty="0"/>
              <a:t>Sistema NoSQL</a:t>
            </a:r>
          </a:p>
        </p:txBody>
      </p:sp>
    </p:spTree>
    <p:extLst>
      <p:ext uri="{BB962C8B-B14F-4D97-AF65-F5344CB8AC3E}">
        <p14:creationId xmlns:p14="http://schemas.microsoft.com/office/powerpoint/2010/main" val="3203147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B1E1D0-CEF7-4357-8720-B295BB6BA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Migração de Dados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0C5A328-DC8D-4764-BEE6-822734787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/>
              <a:t>Escrever aqui</a:t>
            </a:r>
          </a:p>
        </p:txBody>
      </p:sp>
    </p:spTree>
    <p:extLst>
      <p:ext uri="{BB962C8B-B14F-4D97-AF65-F5344CB8AC3E}">
        <p14:creationId xmlns:p14="http://schemas.microsoft.com/office/powerpoint/2010/main" val="6000004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</TotalTime>
  <Words>75</Words>
  <Application>Microsoft Office PowerPoint</Application>
  <PresentationFormat>Ecrã Panorâmico</PresentationFormat>
  <Paragraphs>18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Faceta</vt:lpstr>
      <vt:lpstr>Gestão de Sistemas de Produção de Energia</vt:lpstr>
      <vt:lpstr>Apresentação do PowerPoint</vt:lpstr>
      <vt:lpstr>Sistema SQL</vt:lpstr>
      <vt:lpstr>Modelo conceptual</vt:lpstr>
      <vt:lpstr>Apresentação do PowerPoint</vt:lpstr>
      <vt:lpstr>Modelo lógico</vt:lpstr>
      <vt:lpstr>Apresentação do PowerPoint</vt:lpstr>
      <vt:lpstr>Modelo conceptual vs. Modelo lógico       </vt:lpstr>
      <vt:lpstr>Implementação física</vt:lpstr>
      <vt:lpstr>Índices</vt:lpstr>
      <vt:lpstr>Transações</vt:lpstr>
      <vt:lpstr>Povoamento</vt:lpstr>
      <vt:lpstr>Sistema NoSQL</vt:lpstr>
      <vt:lpstr>Migração de 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Biblioteca de Beirais</dc:title>
  <dc:creator>José Boticas</dc:creator>
  <cp:lastModifiedBy>João Ribeiro</cp:lastModifiedBy>
  <cp:revision>9</cp:revision>
  <dcterms:created xsi:type="dcterms:W3CDTF">2019-01-14T17:02:24Z</dcterms:created>
  <dcterms:modified xsi:type="dcterms:W3CDTF">2019-01-14T22:48:22Z</dcterms:modified>
</cp:coreProperties>
</file>